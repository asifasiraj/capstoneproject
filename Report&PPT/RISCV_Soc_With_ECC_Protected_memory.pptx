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RISC-V SoC with ECC-Protected Memory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3375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03  ·  Verification Track  ·  Team of Three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94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Azeemi   ·   Asifa Siraj   ·   Eemaan Jawaid Rao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5720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 synthesizable RV32I core whose data memory corrects single-bit faults transparently and detects and reports double-bit faults, verified end to end with UVM.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280160"/>
            <a:ext cx="3502152" cy="1371600"/>
          </a:xfrm>
          <a:prstGeom prst="roundRect">
            <a:avLst>
              <a:gd name="adj" fmla="val 6667"/>
            </a:avLst>
          </a:prstGeom>
          <a:solidFill>
            <a:srgbClr val="13304D"/>
          </a:solidFill>
          <a:ln w="12700">
            <a:solidFill>
              <a:srgbClr val="1330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0" y="1389888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14884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tests passed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2880360"/>
            <a:ext cx="3502152" cy="1371600"/>
          </a:xfrm>
          <a:prstGeom prst="roundRect">
            <a:avLst>
              <a:gd name="adj" fmla="val 6667"/>
            </a:avLst>
          </a:prstGeom>
          <a:solidFill>
            <a:srgbClr val="13304D"/>
          </a:solidFill>
          <a:ln w="12700">
            <a:solidFill>
              <a:srgbClr val="1330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0" y="2990088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1,996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74904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 checks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4480560"/>
            <a:ext cx="3502152" cy="1371600"/>
          </a:xfrm>
          <a:prstGeom prst="roundRect">
            <a:avLst>
              <a:gd name="adj" fmla="val 6667"/>
            </a:avLst>
          </a:prstGeom>
          <a:solidFill>
            <a:srgbClr val="13304D"/>
          </a:solidFill>
          <a:ln w="12700">
            <a:solidFill>
              <a:srgbClr val="1330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0" y="4590288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534924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017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pic>
        <p:nvPicPr>
          <p:cNvPr id="5" name="Image 0" descr="RISC-V system architecture block diagram: fetch, decode, execute, memory (system bus, ECC RAM, MMIO peripherals) and write-back st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7498080" cy="49990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143000"/>
            <a:ext cx="350215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41248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Single-cycle RV32I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1600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Fetch, decode, execute, memory and write-back complete in one clock. Only the PC, register file, RAM and peripheral registers are clocked.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278892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412480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map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2461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addr[31] = 0  →  ECC RAM (16 × 39-bit words)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addr[31] = 1  →  SPI · PWM · RPM · Profile · Watchdog / Fail-safe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0" y="4754880"/>
            <a:ext cx="3502152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412480" y="4846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coupling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519379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Uncorrectable ECC fault or watchdog timeout → fail_safe_active latches → PWM output forced off.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017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 Implementation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371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datapath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37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Single-cycle RV32I, 18 RTL modules in total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9456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· adder · mux · reg_file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imm_ext · instr_mem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· alu_control · control_unit · cu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88536" y="123444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17136" y="1371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subsystem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1737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SEC-DED Hamming(39,32)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219456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ecc_encoder / ecc_decoder: 6 parity bits + 1 overall-parity bit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ecc_data_mem · fault_injector · error_status_reg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19872" y="123444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48472" y="1371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1737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Memory-mapped at addr[31] = 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19456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sys_bus: address decode, RAM / MMIO read mux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peripherals: SPI master, PWM, RPM, 8-word profile memory, watchdog + fail-safe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11274552" cy="1737360"/>
          </a:xfrm>
          <a:prstGeom prst="roundRect">
            <a:avLst>
              <a:gd name="adj" fmla="val 5263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1520" y="4645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02920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is transparent to the core: the CPU issues ordinary loads and stores.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injection is verification-only logic, kept apart from the synthesizable codec.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sticky fail-safe latch is fed by two independent triggers: an ECC double-bit fault and a watchdog timeout.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017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Strategy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651760" y="118872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651760" y="1188720"/>
            <a:ext cx="31089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test  ·  7 scenarios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1783080"/>
            <a:ext cx="0" cy="365760"/>
          </a:xfrm>
          <a:prstGeom prst="line">
            <a:avLst/>
          </a:prstGeom>
          <a:noFill/>
          <a:ln w="19050">
            <a:solidFill>
              <a:srgbClr val="5167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214884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13304D"/>
          </a:solidFill>
          <a:ln w="12700">
            <a:solidFill>
              <a:srgbClr val="1330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51760" y="2148840"/>
            <a:ext cx="31089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risc_v_env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743200"/>
            <a:ext cx="0" cy="228600"/>
          </a:xfrm>
          <a:prstGeom prst="line">
            <a:avLst/>
          </a:prstGeom>
          <a:noFill/>
          <a:ln w="19050">
            <a:solidFill>
              <a:srgbClr val="51677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971800"/>
            <a:ext cx="5852160" cy="0"/>
          </a:xfrm>
          <a:prstGeom prst="line">
            <a:avLst/>
          </a:prstGeom>
          <a:noFill/>
          <a:ln w="19050">
            <a:solidFill>
              <a:srgbClr val="5167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2971800"/>
            <a:ext cx="0" cy="228600"/>
          </a:xfrm>
          <a:prstGeom prst="line">
            <a:avLst/>
          </a:prstGeom>
          <a:noFill/>
          <a:ln w="19050">
            <a:solidFill>
              <a:srgbClr val="51677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0040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7200" y="3200400"/>
            <a:ext cx="16459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+ fault-injection agent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4251960"/>
            <a:ext cx="0" cy="457200"/>
          </a:xfrm>
          <a:prstGeom prst="line">
            <a:avLst/>
          </a:prstGeom>
          <a:noFill/>
          <a:ln w="19050">
            <a:solidFill>
              <a:srgbClr val="51677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78785" y="2971800"/>
            <a:ext cx="0" cy="228600"/>
          </a:xfrm>
          <a:prstGeom prst="line">
            <a:avLst/>
          </a:prstGeom>
          <a:noFill/>
          <a:ln w="19050">
            <a:solidFill>
              <a:srgbClr val="51677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55825" y="320040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255825" y="3200400"/>
            <a:ext cx="16459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agent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78785" y="4251960"/>
            <a:ext cx="0" cy="457200"/>
          </a:xfrm>
          <a:prstGeom prst="line">
            <a:avLst/>
          </a:prstGeom>
          <a:noFill/>
          <a:ln w="19050">
            <a:solidFill>
              <a:srgbClr val="51677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7410" y="2971800"/>
            <a:ext cx="0" cy="228600"/>
          </a:xfrm>
          <a:prstGeom prst="line">
            <a:avLst/>
          </a:prstGeom>
          <a:noFill/>
          <a:ln w="19050">
            <a:solidFill>
              <a:srgbClr val="5167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54450" y="320040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054450" y="3200400"/>
            <a:ext cx="16459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 (reference model)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77410" y="4251960"/>
            <a:ext cx="0" cy="457200"/>
          </a:xfrm>
          <a:prstGeom prst="line">
            <a:avLst/>
          </a:prstGeom>
          <a:noFill/>
          <a:ln w="19050">
            <a:solidFill>
              <a:srgbClr val="51677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6034" y="2971800"/>
            <a:ext cx="0" cy="228600"/>
          </a:xfrm>
          <a:prstGeom prst="line">
            <a:avLst/>
          </a:prstGeom>
          <a:noFill/>
          <a:ln w="19050">
            <a:solidFill>
              <a:srgbClr val="51677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3074" y="320040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853074" y="3200400"/>
            <a:ext cx="16459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coverage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6034" y="4251960"/>
            <a:ext cx="0" cy="457200"/>
          </a:xfrm>
          <a:prstGeom prst="line">
            <a:avLst/>
          </a:prstGeom>
          <a:noFill/>
          <a:ln w="19050">
            <a:solidFill>
              <a:srgbClr val="51677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709160"/>
            <a:ext cx="7040880" cy="685800"/>
          </a:xfrm>
          <a:prstGeom prst="roundRect">
            <a:avLst>
              <a:gd name="adj" fmla="val 1066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57200" y="4709160"/>
            <a:ext cx="70408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DUT: risc_v   ·   risc_v_if   ·   9 SVA assertions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5778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drive and observe; the scoreboard predicts every transaction independently; coverage samples both agents.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63840" y="1188720"/>
            <a:ext cx="3867912" cy="4937760"/>
          </a:xfrm>
          <a:prstGeom prst="roundRect">
            <a:avLst>
              <a:gd name="adj" fmla="val 2364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09244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test scenarios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1783080"/>
            <a:ext cx="3429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clean baseline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single_bit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SEC: fault corrected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double_bit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DED + fail-safe trigger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mmio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MMIO register path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random single + double faults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sustained SPI / PWM / RPM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failsafe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watchdog → PWM off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017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Track-Specific Work: UVM Verification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8346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agents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1234440"/>
            <a:ext cx="28346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0440" y="1417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468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(5 CPU, 5 peripheral)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28346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7200" y="3886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84.64%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937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coverage, merged over 7 tests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20440" y="3703320"/>
            <a:ext cx="28346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520440" y="3886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47.29%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4937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coverage, blended, merged over 7 tests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1234440"/>
            <a:ext cx="5010912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9494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coverage numbers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1874520"/>
            <a:ext cx="4572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Functional: instr_cg 70.59%, periph_cg 83.33%, pc_cg 100%.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and branch coverage on the ECC and peripheral RTL is 95 to 100% (peripherals: 99.2% statement, 95.6% branch).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blended code-coverage figure is pulled down by toggle bins, the largest bin pool, because test data values stay numerically small.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SVA assertions hold across the 7 tests.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017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Evidence: Regression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188720"/>
                <a:gridCol w="1188720"/>
                <a:gridCol w="1463040"/>
                <a:gridCol w="1188720"/>
                <a:gridCol w="1280160"/>
                <a:gridCol w="1005840"/>
                <a:gridCol w="112471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Fail-safe cycles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 cov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Periph cov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single_bit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double_bit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262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57200" y="4617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532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11396" y="45262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311396" y="4617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1,996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4494276" y="5532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 checks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65592" y="45262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165592" y="4617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4" name="Text 11"/>
          <p:cNvSpPr txBox="1"/>
          <p:nvPr/>
        </p:nvSpPr>
        <p:spPr>
          <a:xfrm>
            <a:off x="8348472" y="5532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 errors, UVM_ERROR, UVM_FATAL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017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Evidence: Waveforms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·  double_bit_test: two-bit fault → double_err_detected → fail_safe_active</a:t>
            </a:r>
            <a:endParaRPr lang="en-US" sz="1400" dirty="0"/>
          </a:p>
        </p:txBody>
      </p:sp>
      <p:pic>
        <p:nvPicPr>
          <p:cNvPr id="6" name="Image 0" descr="Waveform: double_err_detected rises after a double-bit fault and fail_safe_active latches immediately af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74552" cy="16760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980944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at bits 1 and 23 are uncorrectable: the decoder raises double_err_detected, error_addr latches 0x4, and fail_safe_active sets in the same window. The ECC subsystem drives the safety interlock.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474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·  failsafe_test: watchdog timeout → fail_safe_active → pwm_out forced low</a:t>
            </a:r>
            <a:endParaRPr lang="en-US" sz="1400" dirty="0"/>
          </a:p>
        </p:txBody>
      </p:sp>
      <p:pic>
        <p:nvPicPr>
          <p:cNvPr id="9" name="Image 1" descr="Waveform: wdt_timeout_out rises, fail_safe_active follows, and pwm_out stops toggl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76472"/>
            <a:ext cx="11274552" cy="22677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60807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tachometer edge for 256 cycles, wdt_timeout_out rises and fail_safe_active follows. pwm_out, toggling steadily before, stops at that instant. This is the second, independent trigger path.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017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Remaining Work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55955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branch coverage: 36.36%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745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add_sub and and_ are exercised by the current firmware. sll, slt, or and srl/sra are never taken.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234440"/>
            <a:ext cx="555955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4652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bit-position sweep: 35.13% branch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8745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fault-position categories (low, mid, high data, parity) are verified, but not all 32 individual Hamming positions.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555955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coverage: 18 to 52%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3891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Small-magnitude test data rarely toggles the upper bus bits. This is a data-diversity gap, not a logic-path gap.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2200" y="3749040"/>
            <a:ext cx="555955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4652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3891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firmware that exercises sll, slt, or, srl/sra. Sweep all 32 Hamming positions. Add wide-value data patterns. Physical design is out of scope for this track.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017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Contributions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11880" cy="4846320"/>
          </a:xfrm>
          <a:prstGeom prst="roundRect">
            <a:avLst>
              <a:gd name="adj" fmla="val 2532"/>
            </a:avLst>
          </a:prstGeom>
          <a:solidFill>
            <a:srgbClr val="13304D"/>
          </a:solidFill>
          <a:ln w="12700">
            <a:solidFill>
              <a:srgbClr val="1330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371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Fatima Azeemi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 · integration · test flow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1460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 RTL: pc, adder, mux, reg_file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memory and bus integration: ecc_data_mem, sys_bus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and fail-safe peripheral logic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driver and monitor; test classes; build and run scripts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88536" y="1234440"/>
            <a:ext cx="3611880" cy="4846320"/>
          </a:xfrm>
          <a:prstGeom prst="roundRect">
            <a:avLst>
              <a:gd name="adj" fmla="val 2532"/>
            </a:avLst>
          </a:prstGeom>
          <a:solidFill>
            <a:srgbClr val="13304D"/>
          </a:solidFill>
          <a:ln w="12700">
            <a:solidFill>
              <a:srgbClr val="1330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17136" y="1371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Asifa Siraj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1874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ECC codec · scoreboard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251460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RTL: alu, alu_control, control_unit, cu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encoder and decoder: Hamming(39,32)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peripheral logic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sequence item; scoreboard reference 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19872" y="1234440"/>
            <a:ext cx="3611880" cy="4846320"/>
          </a:xfrm>
          <a:prstGeom prst="roundRect">
            <a:avLst>
              <a:gd name="adj" fmla="val 2532"/>
            </a:avLst>
          </a:prstGeom>
          <a:solidFill>
            <a:srgbClr val="13304D"/>
          </a:solidFill>
          <a:ln w="12700">
            <a:solidFill>
              <a:srgbClr val="1330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48472" y="1371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Eemaan Jawaid Rao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1874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· fault logic · sequences · coverage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51460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and top-level RTL: imm_ext, instr_mem, risc_v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injector and sticky status registers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and RPM peripheral logic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sequences and functional coverage model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7-test regression and coverage merge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RISC-V SoC with ECC-Protected Memory</dc:title>
  <dc:subject>PptxGenJS Presentation</dc:subject>
  <dc:creator>PptxGenJS</dc:creator>
  <cp:lastModifiedBy>PptxGenJS</cp:lastModifiedBy>
  <cp:revision>1</cp:revision>
  <dcterms:created xsi:type="dcterms:W3CDTF">2026-09-28T04:03:11Z</dcterms:created>
  <dcterms:modified xsi:type="dcterms:W3CDTF">2026-09-28T04:03:11Z</dcterms:modified>
</cp:coreProperties>
</file>